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K_RLVRWORLD</a:t>
            </a:r>
          </a:p>
          <a:p>
            <a:r>
              <a:t>Tier: TIER_5_WORLD_NEURO_EMBODIED</a:t>
            </a:r>
          </a:p>
          <a:p>
            <a:r>
              <a:t>Identity: Upstream OpenRLHF/OpenRLHF @ dc2a7ad326f6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OpenRLHF/OpenRLHF |</a:t>
            </a:r>
          </a:p>
          <a:p>
            <a:r>
              <a:t>| Commit | dc2a7ad326f619fc5a47737ea47d1920ce2c0b53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1.04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K_RLVRWORLD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